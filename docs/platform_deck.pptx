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Demo metrics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Records processed</c:v>
                  </c:pt>
                  <c:pt idx="1">
                    <c:v>Model accuracy</c:v>
                  </c:pt>
                  <c:pt idx="2">
                    <c:v>Drift status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All content, visuals, and metrics in this deck are generated for a synthetic demo repository.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All content, visuals, and metrics in this deck are generated for a synthetic demo repository.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diagram is generated within the repository for this demo.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All content, visuals, and metrics in this deck are generated for a synthetic demo repository.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All content, visuals, and metrics in this deck are generated for a synthetic demo repository.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AI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" y="21214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platform for scalable AI: ingestion → training → deployment → monitoring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" y="28529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82F49"/>
          </a:solidFill>
          <a:ln w="1397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Synthetic data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93392" y="285292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F2937"/>
          </a:solidFill>
          <a:ln w="13970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CI/CD stubs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45536" y="285292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F2937"/>
          </a:solidFill>
          <a:ln w="1397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IaC ready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3794760"/>
            <a:ext cx="3200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Package includes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• Runnable pipeline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• Architecture PNG/PDF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• System overview deck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• One-page summary PDF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713232"/>
            <a:ext cx="3977640" cy="544068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9692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Platform at a glance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67928" y="1901952"/>
            <a:ext cx="237744" cy="1828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6648" y="1901952"/>
            <a:ext cx="237744" cy="1828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71907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Ingest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06840" y="171907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95560" y="171907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Serve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90688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Public-shareable patterns using open frameworks and abstract environment names.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90688" y="3337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Demo targets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6576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120k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records processed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98280" y="36576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92%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model accuracy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78440" y="36576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Green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drift status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90688" y="4983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Newsletter-ready case study with social launch copy included.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0936" y="69494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pattern from raw data to monitored AI operations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06070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The demo aligns engineering and MLOps concerns into a single operating model.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499616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 w="1397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Ingest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0784" y="149961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3E8FF"/>
          </a:solidFill>
          <a:ln w="13970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Curate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70632" y="1499616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397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76472" y="149961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CFEFF"/>
          </a:solidFill>
          <a:ln w="1397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Deploy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1499616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397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Monitor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41605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Why it matters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One repo demonstrates data, model, and deployment 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Templates show how Snowflake, Databricks, and CI/CD fit together.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Synthetic data keeps the case study portable and publication-safe.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417320"/>
            <a:ext cx="0" cy="38404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417320"/>
            <a:ext cx="0" cy="38404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1417320"/>
            <a:ext cx="0" cy="38404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95560" y="1417320"/>
            <a:ext cx="0" cy="38404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70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Governance • Security •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38544" y="2340864"/>
            <a:ext cx="201168" cy="16459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2340864"/>
            <a:ext cx="201168" cy="16459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81744" y="2340864"/>
            <a:ext cx="201168" cy="16459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084832"/>
            <a:ext cx="960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38BD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Sources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Files • APIs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CDC feeds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5160" y="2084832"/>
            <a:ext cx="960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A855F7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Curated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Raw • quality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features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2084832"/>
            <a:ext cx="960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22C55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Model ops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 • register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validate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38360" y="2084832"/>
            <a:ext cx="960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Serving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Batch + API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scoring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38360" y="3456432"/>
            <a:ext cx="-32461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766560" y="3282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Feedback to retraining and threshold tuning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3913632"/>
            <a:ext cx="598932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397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416966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Reference implementation components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4480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pipeline/ ETL scripts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models/ notebooks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infra/ CI pipeline YAML + IaC stubs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data/sample_data/ synthetic dataset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32520" y="44805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docs/ architecture.png + PDF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platform_deck.pdf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one_page_summary.pdf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LinkedIn launch copy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0936" y="69494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Cloud-neutral pattern for enterprise data engineering, MLOps, and operations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10972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pic>
        <p:nvPicPr>
          <p:cNvPr id="5" name="Image 0" descr="/mnt/data/enterprise_ai_platform_repo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372" y="1316736"/>
            <a:ext cx="723392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58978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Cross-cutting controls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487168" y="593445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Governance, security, and CI/CD sit above the platform and touch both data and model operations.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18120" y="593445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Designed for public sharing: no customer data, no proprietary code, and abstract environment naming.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Runnable repo + deployment scaffolding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0936" y="69494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structure supports local execution and stakeholder walkthroughs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4983480" cy="5394960"/>
          </a:xfrm>
          <a:prstGeom prst="roundRect">
            <a:avLst>
              <a:gd name="adj" fmla="val 146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350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Repository 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1664208"/>
            <a:ext cx="429768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enterprise-ai-platform/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run_pipeline.py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etl.py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monitor.py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training_placeholder.ipynb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monitoring_placeholder.ipynb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github-actions-ci.yml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databricks_job_stub.yml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snowflake_objects.sql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terraform/main.tf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data/sample_data/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synthetic_customer_usage.csv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5897880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Starter CI/CD path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5472" y="2267712"/>
            <a:ext cx="256032" cy="1828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62288" y="2267712"/>
            <a:ext cx="256032" cy="1828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9659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38BD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Validate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Install deps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Run pipeline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19659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A855F7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Package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Build image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Archive results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29800" y="19659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22C55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Promote
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Deploy job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Register model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97880" y="37033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968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What is intentionally templated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4768" y="4279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• GitHub Actions YAML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• Databricks job stub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• Snowflake DDL skeleton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</a:rPr>
              <a:t>• Terraform base module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732520" y="4261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These files are scaffolding for interviews, portfolios, or a public GitHub case study.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Simulated results and publication guardrails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30936" y="69494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deck as a portfolio case study or interview walkthrough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Presentation metrics are fixed demo KPIs; the code remains runnable on the included synthetic dataset.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54480"/>
          <a:ext cx="45720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572768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8288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LinkedIn launch copy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97880" y="210312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“Just launched an Enterprise AI Platform case study: scalable data pipeline + MLOps with Snowflake &amp; Databricks.”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0" y="3154680"/>
            <a:ext cx="553212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34290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Publication-safe checklist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97880" y="3767328"/>
            <a:ext cx="48463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Use public cloud services or open frameworks only.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Keep datasets synthetic; exclude customer information.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Abstract company and environment names.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Emphasize architecture patterns instead of proprietary code.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550468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397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Portfolio-ready asset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89520" y="55412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Pair this deck with the repo README, one-page summary PDF, and architecture PNG for a complete case study package.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Platform Demo</dc:title>
  <dc:subject>System overview</dc:subject>
  <dc:creator>OpenAI</dc:creator>
  <cp:lastModifiedBy>OpenAI</cp:lastModifiedBy>
  <cp:revision>1</cp:revision>
  <dcterms:created xsi:type="dcterms:W3CDTF">2026-03-17T16:55:14Z</dcterms:created>
  <dcterms:modified xsi:type="dcterms:W3CDTF">2026-03-17T16:55:14Z</dcterms:modified>
</cp:coreProperties>
</file>